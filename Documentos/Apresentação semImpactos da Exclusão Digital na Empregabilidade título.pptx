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Quattrocento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0e5663627aa0306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70e5663627aa0306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70e5663627aa0306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70e5663627aa0306_3_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0e5663627aa0306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70e5663627aa0306_3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0e5663627aa0306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70e5663627aa0306_3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70e5663627aa0306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70e5663627aa0306_3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70e5663627aa0306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70e5663627aa0306_3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70e5663627aa0306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70e5663627aa0306_3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70e5663627aa0306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70e5663627aa0306_3_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70e5663627aa0306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70e5663627aa0306_3_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70e5663627aa0306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70e5663627aa0306_3_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Gráfico, Gráfico de funil&#10;&#10;Descrição gerada automaticamente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baixa" id="132" name="Google Shape;1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3729" y="2072878"/>
            <a:ext cx="3325415" cy="99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áfico, Gráfico de barras&#10;&#10;Descrição gerada automaticamente" id="138" name="Google Shape;138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628644" y="1558700"/>
            <a:ext cx="31968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Impactos da Exclusão Digital na Empregabilidade  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5945756" y="1678097"/>
            <a:ext cx="24261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Profa. Isabella Luiza dos Santos Souza, Especialista </a:t>
            </a:r>
            <a:endParaRPr b="1" i="0" sz="900" u="none" cap="none" strike="noStrike">
              <a:solidFill>
                <a:srgbClr val="15355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5355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Amanda Carvalho de Jesus</a:t>
            </a:r>
            <a:endParaRPr sz="900">
              <a:solidFill>
                <a:srgbClr val="15355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Melissa Chagas Lameiras</a:t>
            </a:r>
            <a:endParaRPr sz="900">
              <a:solidFill>
                <a:srgbClr val="15355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pt-BR" sz="9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Gabriel Monteiro Silva</a:t>
            </a:r>
            <a:endParaRPr sz="900">
              <a:solidFill>
                <a:srgbClr val="15355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6519964" y="4519891"/>
            <a:ext cx="228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DESIGN PROFISSIONAL</a:t>
            </a:r>
            <a:endParaRPr sz="1100"/>
          </a:p>
        </p:txBody>
      </p:sp>
      <p:pic>
        <p:nvPicPr>
          <p:cNvPr descr="Logotipo&#10;&#10;Descrição gerada automaticamente com confiança média"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6258" y="4448305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7661885" y="3940582"/>
            <a:ext cx="81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202</a:t>
            </a:r>
            <a:r>
              <a:rPr b="1" lang="pt-BR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1" i="0" lang="pt-BR" sz="14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.1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727050" y="30440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888888"/>
                </a:solidFill>
              </a:rPr>
              <a:t>Habilidades digitais | Inclusão digital | Desigualdade digital </a:t>
            </a:r>
            <a:endParaRPr i="1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áfico, Gráfico de barras&#10;&#10;Descrição gerada automaticamente" id="150" name="Google Shape;15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>
          <a:xfrm>
            <a:off x="379808" y="955957"/>
            <a:ext cx="45981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27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2D55"/>
                </a:solidFill>
              </a:rPr>
              <a:t>Problemática: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Crescimento das vagas, currículos e seleções exclusivamente em ambiente on-line.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Barreiras e exclusão enfrentadas por candidatos sem conhecimentos tecnológicos.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Aprofundamento das desigualdades no acesso ao mercado de trabalho.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2D55"/>
                </a:solidFill>
              </a:rPr>
              <a:t>Justificativa: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 tecnologia como fator determinante para o ingresso profissional.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Necessidade de compreender a influência das competências digitais no recrutamento.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Importância da inclusão e capacitação digital para redução das desigualdades.</a:t>
            </a:r>
            <a:endParaRPr b="0" i="0" sz="1200" u="none" cap="none" strike="noStrike">
              <a:solidFill>
                <a:srgbClr val="002D5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Logotipo&#10;&#10;Descrição gerada automaticamente com confiança média" id="152" name="Google Shape;1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469" y="4523184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379808" y="454819"/>
            <a:ext cx="3196828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áfico, Gráfico de barras&#10;&#10;Descrição gerada automaticamente" id="159" name="Google Shape;159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/>
          <p:nvPr/>
        </p:nvSpPr>
        <p:spPr>
          <a:xfrm>
            <a:off x="379808" y="913032"/>
            <a:ext cx="45981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27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Objetivo Geral: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Analisar como a falta de competências digitais dificulta o acesso ao mercado de trabalho.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Objetivos Específicos: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Destacar a relevância dos conhecimentos tecnológicos na busca por emprego.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Investigar a influência do domínio de plataformas digitais em processos seletivos.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Evidenciar a importância da capacitação e alfabetização digital para a empregabilidade.</a:t>
            </a:r>
            <a:endParaRPr sz="1100">
              <a:solidFill>
                <a:srgbClr val="002D55"/>
              </a:solidFill>
            </a:endParaRPr>
          </a:p>
          <a:p>
            <a:pPr indent="-63500" lvl="0" marL="127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rgbClr val="002D5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Logotipo&#10;&#10;Descrição gerada automaticamente com confiança média" id="161" name="Google Shape;1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469" y="4523184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379808" y="454819"/>
            <a:ext cx="3196828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áfico, Gráfico de barras&#10;&#10;Descrição gerada automaticamente" id="168" name="Google Shape;168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média"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1913" y="4523183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4222550" y="583406"/>
            <a:ext cx="3962402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METODOLOGIA/MÉTODO DA PESQUISA</a:t>
            </a:r>
            <a:endParaRPr sz="1100"/>
          </a:p>
        </p:txBody>
      </p:sp>
      <p:sp>
        <p:nvSpPr>
          <p:cNvPr id="171" name="Google Shape;171;p29"/>
          <p:cNvSpPr/>
          <p:nvPr/>
        </p:nvSpPr>
        <p:spPr>
          <a:xfrm>
            <a:off x="4222550" y="1421401"/>
            <a:ext cx="45981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27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Abordagem e Natureza: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Pesquisa qualitativa, de caráter descritivo e teórico (revisão bibliográfica).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Base de Dados e Período: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Análise de 3 artigos científicos publicados entre 2021 e 2026.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Fontes: </a:t>
            </a:r>
            <a:r>
              <a:rPr i="1" lang="pt-BR" sz="1100">
                <a:solidFill>
                  <a:srgbClr val="002D55"/>
                </a:solidFill>
              </a:rPr>
              <a:t>Portal de Periódicos da UFMG</a:t>
            </a:r>
            <a:r>
              <a:rPr lang="pt-BR" sz="1100">
                <a:solidFill>
                  <a:srgbClr val="002D55"/>
                </a:solidFill>
              </a:rPr>
              <a:t> e </a:t>
            </a:r>
            <a:r>
              <a:rPr i="1" lang="pt-BR" sz="1100">
                <a:solidFill>
                  <a:srgbClr val="002D55"/>
                </a:solidFill>
              </a:rPr>
              <a:t>New Technology, Work and Employment</a:t>
            </a:r>
            <a:r>
              <a:rPr lang="pt-BR" sz="1100">
                <a:solidFill>
                  <a:srgbClr val="002D55"/>
                </a:solidFill>
              </a:rPr>
              <a:t>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Procedimento de Análise: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Mapeamento dos objetivos, métodos, resultados e limitações.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Organização em 3 eixos temáticos (Exclusão Digital, Competências Exigidas e Alfabetização Digital).</a:t>
            </a:r>
            <a:endParaRPr sz="1100">
              <a:solidFill>
                <a:srgbClr val="002D55"/>
              </a:solidFill>
            </a:endParaRPr>
          </a:p>
          <a:p>
            <a:pPr indent="-63500" lvl="0" marL="127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>
              <a:solidFill>
                <a:srgbClr val="002D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, Gráfico de barras&#10;&#10;Descrição gerada automaticamente"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média" id="177" name="Google Shape;1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469" y="4523184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/>
          <p:nvPr/>
        </p:nvSpPr>
        <p:spPr>
          <a:xfrm>
            <a:off x="379808" y="454819"/>
            <a:ext cx="3196828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FUNDAMENTAÇÃO TEÓRICA</a:t>
            </a:r>
            <a:endParaRPr sz="1100"/>
          </a:p>
        </p:txBody>
      </p:sp>
      <p:sp>
        <p:nvSpPr>
          <p:cNvPr id="179" name="Google Shape;179;p30"/>
          <p:cNvSpPr/>
          <p:nvPr/>
        </p:nvSpPr>
        <p:spPr>
          <a:xfrm>
            <a:off x="379808" y="1488282"/>
            <a:ext cx="4598194" cy="2734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27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Exclusão Digital e Acesso ao Mercado (De Marco et al., 2023):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Relação direta entre desigualdade digital e menor acesso às oportunidades de trabalho.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Plataformas de Emprego e Desânimo (Dumont, De Marco &amp; Helsper, 2024):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Dificuldades e desgaste emocional de candidatos pouco qualificados em sistemas digitais.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Competências e Ambientes Digitais (Caroline et al., 2024):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 importância dos conhecimentos de informação para preenchimento de cadastros e etapas seletivas.</a:t>
            </a:r>
            <a:endParaRPr sz="1100">
              <a:solidFill>
                <a:srgbClr val="002D55"/>
              </a:solidFill>
            </a:endParaRPr>
          </a:p>
          <a:p>
            <a:pPr indent="-63500" lvl="0" marL="127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rgbClr val="002D5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, Gráfico de barras&#10;&#10;Descrição gerada automaticamente"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média" id="185" name="Google Shape;1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584" y="4616053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4131469" y="633413"/>
            <a:ext cx="3196829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CONSIDERAÇÕES FINAIS</a:t>
            </a:r>
            <a:endParaRPr sz="1100"/>
          </a:p>
        </p:txBody>
      </p:sp>
      <p:sp>
        <p:nvSpPr>
          <p:cNvPr id="187" name="Google Shape;187;p31"/>
          <p:cNvSpPr/>
          <p:nvPr/>
        </p:nvSpPr>
        <p:spPr>
          <a:xfrm>
            <a:off x="4131469" y="1432909"/>
            <a:ext cx="45981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27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Principais Conclusões: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O déficit em habilidades digitais limita o acesso a vagas dependentes de processos on-line.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 alfabetização e a capacitação digital são fundamentais para ampliar oportunidades.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Limitações do Estudo: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Pesquisas focadas na realidade internacional (Espanha), impedindo a generalização direta para o Brasil.</a:t>
            </a:r>
            <a:endParaRPr sz="1100">
              <a:solidFill>
                <a:srgbClr val="002D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002D55"/>
                </a:solidFill>
              </a:rPr>
              <a:t>Recomendações Futuras:</a:t>
            </a:r>
            <a:endParaRPr b="1"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Realização de estudos focados no cenário brasileiro.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Avaliação do impacto de cursos de informática e orientação em plataformas de emprego.</a:t>
            </a:r>
            <a:endParaRPr sz="1100">
              <a:solidFill>
                <a:srgbClr val="002D55"/>
              </a:solidFill>
            </a:endParaRPr>
          </a:p>
          <a:p>
            <a:pPr indent="-63500" lvl="0" marL="127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rgbClr val="002D5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áfico, Gráfico de barras&#10;&#10;Descrição gerada automaticamente" id="193" name="Google Shape;193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/>
          <p:nvPr/>
        </p:nvSpPr>
        <p:spPr>
          <a:xfrm>
            <a:off x="379809" y="1609726"/>
            <a:ext cx="4598194" cy="27348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CAROLINE, T. et al. Competências em informação e possibilidades digitais para atuação em ambientes digitais. </a:t>
            </a:r>
            <a:r>
              <a:rPr b="1" lang="pt-BR" sz="1100">
                <a:solidFill>
                  <a:srgbClr val="002D55"/>
                </a:solidFill>
              </a:rPr>
              <a:t>Perspectivas em Ciência da Informação</a:t>
            </a:r>
            <a:r>
              <a:rPr lang="pt-BR" sz="1100">
                <a:solidFill>
                  <a:srgbClr val="002D55"/>
                </a:solidFill>
              </a:rPr>
              <a:t>, Belo Horizonte, v. 29, 2024.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DE MARCO, S. et al. Desempregados e esgotados: desigualdade digital e acesso online ao mercado de trabalho. </a:t>
            </a:r>
            <a:r>
              <a:rPr b="1" lang="pt-BR" sz="1100">
                <a:solidFill>
                  <a:srgbClr val="002D55"/>
                </a:solidFill>
              </a:rPr>
              <a:t>Social Inclusion</a:t>
            </a:r>
            <a:r>
              <a:rPr lang="pt-BR" sz="1100">
                <a:solidFill>
                  <a:srgbClr val="002D55"/>
                </a:solidFill>
              </a:rPr>
              <a:t>, v. 11, n. 4, p. 184–197, 2023. DOI: 10.17645/si.v11i4.7017.</a:t>
            </a:r>
            <a:endParaRPr sz="1100">
              <a:solidFill>
                <a:srgbClr val="002D5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55"/>
              </a:buClr>
              <a:buSzPts val="1100"/>
              <a:buChar char="●"/>
            </a:pPr>
            <a:r>
              <a:rPr lang="pt-BR" sz="1100">
                <a:solidFill>
                  <a:srgbClr val="002D55"/>
                </a:solidFill>
              </a:rPr>
              <a:t>DUMONT, G.; DE MARCO, S.; HELSPER, E. J. Desânimo na busca de emprego online: como as plataformas de emprego e a exclusão digital moldam a experiência de candidatos a emprego pouco qualificados? </a:t>
            </a:r>
            <a:r>
              <a:rPr b="1" lang="pt-BR" sz="1100">
                <a:solidFill>
                  <a:srgbClr val="002D55"/>
                </a:solidFill>
              </a:rPr>
              <a:t>New Technology, Work and Employment</a:t>
            </a:r>
            <a:r>
              <a:rPr lang="pt-BR" sz="1100">
                <a:solidFill>
                  <a:srgbClr val="002D55"/>
                </a:solidFill>
              </a:rPr>
              <a:t>, v. 39, n. 1, p. 89–108, 2024. DOI: 10.1111/ntwe.12279.</a:t>
            </a:r>
            <a:endParaRPr sz="1100">
              <a:solidFill>
                <a:srgbClr val="002D5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Logotipo&#10;&#10;Descrição gerada automaticamente com confiança média" id="195" name="Google Shape;19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469" y="4523184"/>
            <a:ext cx="1006079" cy="30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 txBox="1"/>
          <p:nvPr/>
        </p:nvSpPr>
        <p:spPr>
          <a:xfrm>
            <a:off x="428030" y="633412"/>
            <a:ext cx="3196828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REFERÊNCIA BIBLIOGRÁFICA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ma imagem contendo Retângulo&#10;&#10;Descrição gerada automaticamente" id="202" name="Google Shape;202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2057400" y="797729"/>
            <a:ext cx="50292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t-BR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"Agradecemos ao Centro Universitário Braz Cubas pela oportunidade de apresentação no ENCIBRAC 2026, à professora orientadora Isabella Luiza dos Santos Souza pelo suporte técnico e metodológico, e a todos os presentes pela atenção." </a:t>
            </a:r>
            <a:endParaRPr i="1"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ma imagem contendo Forma&#10;&#10;Descrição gerada automaticamente" id="209" name="Google Shape;209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baixa" id="210" name="Google Shape;21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497" y="2072879"/>
            <a:ext cx="3325415" cy="99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